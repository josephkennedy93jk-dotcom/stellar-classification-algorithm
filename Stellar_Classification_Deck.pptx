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This project walks through a full analytics workflow — from framing the business problem, through exploratory and descriptive analytics, feature engineering, and predictive modelling — using an astronomy dataset as the substrate.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problem is framed operationally: surveys generate more data than humans can label. The goal is an automated classifier that triages objects into three types using only cheap photometric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slide. The five stages mirror a standard analytics progression: exploratory, descriptive, feature engineering, predictive, evaluation. Each stage has its own purpose and its own pitfall to avoid.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has ~100k rows. Four feature groups: photometric bands (the signal), redshift (predictive but leaky), sky position (should be irrelevant), and identifiers (dropped). Framing which columns are honest and useful is the first analytic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Exploratory analytics is about building intuition and catching problems early: data quality, class balance (the 60% baseline), leakage risk from redshift, and redundancy among the bands. The chart shows the real class counts — galaxies ~59.5k, stars ~21.5k, quasars ~19k.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Descriptive analytics: the histograms reveal the -9999 sentinel spike in three bands; the correlation heatmap shows u/g/z are almost perfectly correlated. That redundancy is what motivated the feature engineering stage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engineering: colour indices are differences between adjacent bands. They capture intrinsic type independent of distance. The colour-colour scatter shows the classes beginning to separate. Key teaching point: domain knowledge is sourced and empirically validated, not invented.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Predictive analytics: logistic regression as an interpretable linear baseline, random forest as a flexible nonlinear alternative. Running both diagnoses whether the problem is linear or nonlinear.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result. Redshift adds 7-9 points but wouldn't be available in a real image-only deployment. The honest ceiling is ~88%, reachable even by logistic regression. The headline lesson: feature legitimacy and quality dominate model sophistication.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Confusion matrices with redshift. Both models nail stars. Errors concentrate in galaxy-quasar confusion, which is physically expected since a quasar is a bright core inside a distant galaxy. Random Forest reduces the off-diagonal counts versus Logistic Regression.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Bake-off: RF, Gradient Boosting, Extra Trees tie at ~97-98%. Naive Bayes fails at ~76% with a wide error bar due to violated independence assumptions. Lesson: with good features, ensemble choice barely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importance: redshift ~51%, colours next (outranking raw bands), position ~0. Confirms leakage and validates that the model found physically sensible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portable takeaways: frame the real problem, interrogate every feature for availability, feature quality over model choice, honest reporting. These generalise well beyond astronomy.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restating the workflow and the central discipline: the model is a small part; honest feature selection and honest reporting are what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45720" cy="4572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640080"/>
            <a:ext cx="36576" cy="3657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1737360"/>
            <a:ext cx="27432" cy="27432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914400"/>
            <a:ext cx="45720" cy="4572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2103120"/>
            <a:ext cx="36576" cy="3657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0" y="548640"/>
            <a:ext cx="27432" cy="27432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3566160"/>
            <a:ext cx="36576" cy="3657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0" y="4206240"/>
            <a:ext cx="45720" cy="4572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5120640"/>
            <a:ext cx="36576" cy="3657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1" name="Shape 9"/>
          <p:cNvSpPr/>
          <p:nvPr/>
        </p:nvSpPr>
        <p:spPr>
          <a:xfrm>
            <a:off x="10424160" y="5852160"/>
            <a:ext cx="27432" cy="27432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0" y="457200"/>
            <a:ext cx="27432" cy="27432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126480"/>
            <a:ext cx="36576" cy="3657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4" name="Shape 12"/>
          <p:cNvSpPr/>
          <p:nvPr/>
        </p:nvSpPr>
        <p:spPr>
          <a:xfrm>
            <a:off x="8869680" y="2743200"/>
            <a:ext cx="1371600" cy="13716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32720" y="3931920"/>
            <a:ext cx="640080" cy="64008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509760" y="4663440"/>
            <a:ext cx="320040" cy="32004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CASE STUDY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21488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the Cosmos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whether a sky object is a galaxy, star, or quasar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telescope light measurements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SDSS photometric dataset  •  End-to-end analytics workflow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this problem exist?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sky surveys photograph millions of objects every night. There are not enough astronomers alive to classify them by hand. The question is operational, not just scientific: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25146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automatically sort each observed object into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galaxy, star, or quasar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only the measurements a telescope already captures?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867912"/>
            <a:ext cx="164592" cy="164592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what humans cannot do by hand across millions of objects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645152"/>
            <a:ext cx="164592" cy="164592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526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45262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the interesting objects worth expensive follow-up observation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5422392"/>
            <a:ext cx="164592" cy="164592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303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640" y="5303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criteria every time, without fatigue or bias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0" y="1234440"/>
            <a:ext cx="3840480" cy="4937760"/>
          </a:xfrm>
          <a:prstGeom prst="roundRect">
            <a:avLst>
              <a:gd name="adj" fmla="val 1905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POSSIBLE ANSWERS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83880" y="219456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2075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Galaxy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5256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stars bound together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83880" y="3520440"/>
            <a:ext cx="640080" cy="6400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1" name="Text 19"/>
          <p:cNvSpPr/>
          <p:nvPr/>
        </p:nvSpPr>
        <p:spPr>
          <a:xfrm>
            <a:off x="9052560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5256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nearby sun-like body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83880" y="4846320"/>
            <a:ext cx="640080" cy="64008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4727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Quasar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52560" y="5166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black hole devouring matter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GET THERE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analytics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4231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47472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6656" y="434340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raw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79776" y="210312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79776" y="24231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871216" y="347472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89504" y="434340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what's there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92624" y="210312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24231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6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084064" y="347472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02352" y="434340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smarter inputs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05472" y="210312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05472" y="24231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7296912" y="347472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434340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models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18320" y="210312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18320" y="24231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9509760" y="347472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28048" y="434340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honestly for traps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answers a different question — and each one guards against a different way of fooling yourself.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telescope gives 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observed object. Its measurements fall into four groups: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194560"/>
            <a:ext cx="320040" cy="32004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1435608" y="2084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brightness bands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35608" y="2450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 g  r  i  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28803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object photographed through five colour filters, ultraviolet to infrared. The core signal.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8288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2194560"/>
            <a:ext cx="320040" cy="32004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68312" y="2084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68312" y="2450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far it 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19672" y="28803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stretched the object's light is by cosmic expansion. Extremely predictive — and a trap we'll return to.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37947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86968" y="4160520"/>
            <a:ext cx="320040" cy="3200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1435608" y="4050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position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35608" y="4416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  delta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" y="48463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object sits on the celestial sphere. Should not matter for classification.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99632" y="37947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9672" y="4160520"/>
            <a:ext cx="320040" cy="320040"/>
          </a:xfrm>
          <a:prstGeom prst="ellipse">
            <a:avLst/>
          </a:prstGeom>
          <a:solidFill>
            <a:srgbClr val="8A9BC4"/>
          </a:solidFill>
          <a:ln/>
        </p:spPr>
      </p:sp>
      <p:sp>
        <p:nvSpPr>
          <p:cNvPr id="22" name="Text 20"/>
          <p:cNvSpPr/>
          <p:nvPr/>
        </p:nvSpPr>
        <p:spPr>
          <a:xfrm>
            <a:off x="7068312" y="4050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68312" y="4416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IDs &amp; run info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48463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Bookkeeping about which telescope run captured it. No predictive value — dropped.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01 — EXPLORATORY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the lights 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modelling anything, interrogate the data. Exploratory analysis asks four blunt questions: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0391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even okay?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40487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missing values, duplicates, silly outliers like -9999 error codes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302666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am I predicting?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339242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class balance — galaxies dominate (~60%), so that's the baseline to beat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40142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any features cheating?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379976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almost gives the answer away — flagged early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97280" y="500176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inputs redundant?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536752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bands are all highly correlated with one another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35240" y="1965960"/>
            <a:ext cx="402336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pic>
        <p:nvPicPr>
          <p:cNvPr id="18" name="Image 0" descr="/home/claude/imgs/class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871" y="2075688"/>
            <a:ext cx="3770098" cy="284378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635240" y="5120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Galaxies dominate at ~60% — the baseline any model must beat.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— DESCRIPTIVE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actually say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analytics summarises the data with charts — no prediction yet, just an honest portrait. Two views mattered most: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9436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pic>
        <p:nvPicPr>
          <p:cNvPr id="6" name="Image 0" descr="/home/claude/imgs/histogr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960" y="1892808"/>
            <a:ext cx="4465536" cy="2980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029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band distributions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53492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huge spike near −9999 in u, g, z — SDSS's "bad measurement" sentinel, caught and handled.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20840" y="1783080"/>
            <a:ext cx="48920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pic>
        <p:nvPicPr>
          <p:cNvPr id="10" name="Image 1" descr="/home/claude/imgs/cor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125" y="1892808"/>
            <a:ext cx="3407470" cy="29809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50292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812280" y="53492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u, g, z are near-perfectly correlated (1.00) — the redundancy that motivated feature engineering.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—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smarter inputs: colour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brightness confuses distance with type. The fix — used by astronomers for a century — is to take differences between bands, called colour indices.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1627632" cy="822960"/>
          </a:xfrm>
          <a:prstGeom prst="roundRect">
            <a:avLst>
              <a:gd name="adj" fmla="val 8889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233172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u_g = u − 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331720"/>
            <a:ext cx="1627632" cy="822960"/>
          </a:xfrm>
          <a:prstGeom prst="roundRect">
            <a:avLst>
              <a:gd name="adj" fmla="val 8889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233172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g_r = g − 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05072" y="2331720"/>
            <a:ext cx="1627632" cy="822960"/>
          </a:xfrm>
          <a:prstGeom prst="roundRect">
            <a:avLst>
              <a:gd name="adj" fmla="val 8889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05072" y="233172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r_i = r − 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24144" y="2331720"/>
            <a:ext cx="1627632" cy="822960"/>
          </a:xfrm>
          <a:prstGeom prst="roundRect">
            <a:avLst>
              <a:gd name="adj" fmla="val 8889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24144" y="233172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i_z = i − z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4290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colour index captures the </a:t>
            </a:r>
            <a:pPr indent="0" marL="0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an object's light, independent of how far or bright it is. Two stars of the same type share a colour even at different distances.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" y="47548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Sourced, not invented.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be a physicist — you notice the redundancy in the data, then look up how the field handles it, then confirm it empirically.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35240" y="1874520"/>
            <a:ext cx="402336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pic>
        <p:nvPicPr>
          <p:cNvPr id="16" name="Image 0" descr="/home/claude/imgs/color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68" y="2091682"/>
            <a:ext cx="3803904" cy="354331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635240" y="5897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Colour–colour diagrams: the classes begin to separate in engineered feature space.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 — PREDICTIVE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models, on purpose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trained a simple linear model and a flexible ensemble — not to crown a winner, but to diagnose the shape of the problem.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3172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697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baseline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3291840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154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straight-line boundaries between classes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3913632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7764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and fully interpretable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4535424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3982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read exactly what it learned from its coefficients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5157216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50200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visibly when relationships are curved — which is useful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9632" y="196596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47104" y="233172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9" name="Text 17"/>
          <p:cNvSpPr/>
          <p:nvPr/>
        </p:nvSpPr>
        <p:spPr>
          <a:xfrm>
            <a:off x="7050024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50024" y="2697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flexible workhorse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92824" y="3291840"/>
            <a:ext cx="109728" cy="109728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2" name="Text 20"/>
          <p:cNvSpPr/>
          <p:nvPr/>
        </p:nvSpPr>
        <p:spPr>
          <a:xfrm>
            <a:off x="6867144" y="3154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committee of hundreds of decision trees that vote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92824" y="3913632"/>
            <a:ext cx="109728" cy="109728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4" name="Text 22"/>
          <p:cNvSpPr/>
          <p:nvPr/>
        </p:nvSpPr>
        <p:spPr>
          <a:xfrm>
            <a:off x="6867144" y="37764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curves and feature interactions naturally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92824" y="4535424"/>
            <a:ext cx="109728" cy="109728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6" name="Text 24"/>
          <p:cNvSpPr/>
          <p:nvPr/>
        </p:nvSpPr>
        <p:spPr>
          <a:xfrm>
            <a:off x="6867144" y="43982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feature scale — no scaling headaches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92824" y="5157216"/>
            <a:ext cx="109728" cy="109728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8" name="Text 26"/>
          <p:cNvSpPr/>
          <p:nvPr/>
        </p:nvSpPr>
        <p:spPr>
          <a:xfrm>
            <a:off x="6867144" y="50200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which features it relied on most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 — EVALUATE HONESTLY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 — and the trap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was trained twice: without redshift, then with it. Redshift only comes from expensive spectroscopy, so a real image-only classifier can't use it. Including it is proxy data leakage.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4048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redshift (honest)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0664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redshift (leaky)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274320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142138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931920" y="2852928"/>
            <a:ext cx="2735885" cy="457200"/>
          </a:xfrm>
          <a:prstGeom prst="roundRect">
            <a:avLst>
              <a:gd name="adj" fmla="val 8000"/>
            </a:avLst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2862072"/>
            <a:ext cx="32004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06640" y="274320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142138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0" y="2852928"/>
            <a:ext cx="2953512" cy="457200"/>
          </a:xfrm>
          <a:prstGeom prst="roundRect">
            <a:avLst>
              <a:gd name="adj" fmla="val 8000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2862072"/>
            <a:ext cx="32004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40480" y="370332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142138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3813048"/>
            <a:ext cx="2735885" cy="457200"/>
          </a:xfrm>
          <a:prstGeom prst="roundRect">
            <a:avLst>
              <a:gd name="adj" fmla="val 8000"/>
            </a:avLst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3822192"/>
            <a:ext cx="32004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06640" y="370332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142138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0" y="3813048"/>
            <a:ext cx="3015691" cy="457200"/>
          </a:xfrm>
          <a:prstGeom prst="roundRect">
            <a:avLst>
              <a:gd name="adj" fmla="val 8000"/>
            </a:avLst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3822192"/>
            <a:ext cx="32004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4892040"/>
            <a:ext cx="11045952" cy="1143000"/>
          </a:xfrm>
          <a:prstGeom prst="roundRect">
            <a:avLst>
              <a:gd name="adj" fmla="val 6400"/>
            </a:avLst>
          </a:prstGeom>
          <a:solidFill>
            <a:srgbClr val="142138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7–9 point jump is the leakage, quantified. 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real image-only pipeline the honest ceiling is ~88% — and a simple linear model reaches it. Feature quality mattered more than model choice.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MODELS GET IT WRONG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mistakes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confusion matrix shows not just how often each model is right, but which classes it confuses. The diagonal is correct; off-diagonal cells are errors.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pic>
        <p:nvPicPr>
          <p:cNvPr id="6" name="Image 0" descr="/home/claude/imgs/cm_logr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531" y="1984248"/>
            <a:ext cx="3914058" cy="34838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623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1874520"/>
            <a:ext cx="502920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pic>
        <p:nvPicPr>
          <p:cNvPr id="9" name="Image 1" descr="/home/claude/imgs/cm_r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43" y="1984248"/>
            <a:ext cx="4107435" cy="34838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09360" y="5623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66928" y="6035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is physically sensible:  </a:t>
            </a:r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are almost never confused (redshift ≈ 0 makes them distinct), while nearly all remaining errors sit in the galaxy↔quasar cells — the genuinely hard cases. Random Forest tightens the diagonal further.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 fancier model help?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classifiers, 5-fold cross-validation, redshift included. The tree ensembles cluster at the top; Naive Bayes collapses because its independence assumption is violated by the correlated features.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463040" y="2148840"/>
            <a:ext cx="923544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pic>
        <p:nvPicPr>
          <p:cNvPr id="6" name="Image 0" descr="/home/claude/imgs/bake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444" y="2258568"/>
            <a:ext cx="5944632" cy="33467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features are good, top ensembles converge — algorithm choice matters far less than beginners expect. Note Naive Bayes' wide error bar: unstable as well as inaccurate.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RELIED 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leakage, seen a second way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reports how much it leaned on each feature. Redshift alone is over half the total — the same leakage story in a different picture.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2176272"/>
            <a:ext cx="6783185" cy="365760"/>
          </a:xfrm>
          <a:prstGeom prst="roundRect">
            <a:avLst>
              <a:gd name="adj" fmla="val 7500"/>
            </a:avLst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10532225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r_i (colour)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2724912"/>
            <a:ext cx="1862051" cy="365760"/>
          </a:xfrm>
          <a:prstGeom prst="roundRect">
            <a:avLst>
              <a:gd name="adj" fmla="val 7500"/>
            </a:avLst>
          </a:prstGeom>
          <a:solidFill>
            <a:srgbClr val="F5C518"/>
          </a:solidFill>
          <a:ln/>
        </p:spPr>
      </p:sp>
      <p:sp>
        <p:nvSpPr>
          <p:cNvPr id="10" name="Text 8"/>
          <p:cNvSpPr/>
          <p:nvPr/>
        </p:nvSpPr>
        <p:spPr>
          <a:xfrm>
            <a:off x="5611091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g_r (colour)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3273552"/>
            <a:ext cx="1197033" cy="365760"/>
          </a:xfrm>
          <a:prstGeom prst="roundRect">
            <a:avLst>
              <a:gd name="adj" fmla="val 7500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4946073" y="3246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i_z (colour)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0" y="3822192"/>
            <a:ext cx="798022" cy="365760"/>
          </a:xfrm>
          <a:prstGeom prst="roundRect">
            <a:avLst>
              <a:gd name="adj" fmla="val 7500"/>
            </a:avLst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4547062" y="3794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4343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u_g (colour)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0" y="4370832"/>
            <a:ext cx="665018" cy="365760"/>
          </a:xfrm>
          <a:prstGeom prst="roundRect">
            <a:avLst>
              <a:gd name="adj" fmla="val 7500"/>
            </a:avLst>
          </a:prstGeom>
          <a:solidFill>
            <a:srgbClr val="F5C518"/>
          </a:solidFill>
          <a:ln/>
        </p:spPr>
      </p:sp>
      <p:sp>
        <p:nvSpPr>
          <p:cNvPr id="19" name="Text 17"/>
          <p:cNvSpPr/>
          <p:nvPr/>
        </p:nvSpPr>
        <p:spPr>
          <a:xfrm>
            <a:off x="4414058" y="4343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bands (z,g,i,u,r)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0" y="4919472"/>
            <a:ext cx="1596044" cy="365760"/>
          </a:xfrm>
          <a:prstGeom prst="roundRect">
            <a:avLst>
              <a:gd name="adj" fmla="val 7500"/>
            </a:avLst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5345084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5440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alpha, delta (position)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0" y="5468112"/>
            <a:ext cx="266007" cy="365760"/>
          </a:xfrm>
          <a:prstGeom prst="roundRect">
            <a:avLst>
              <a:gd name="adj" fmla="val 10313"/>
            </a:avLst>
          </a:prstGeom>
          <a:solidFill>
            <a:srgbClr val="8A9BC4"/>
          </a:solidFill>
          <a:ln/>
        </p:spPr>
      </p:sp>
      <p:sp>
        <p:nvSpPr>
          <p:cNvPr id="25" name="Text 23"/>
          <p:cNvSpPr/>
          <p:nvPr/>
        </p:nvSpPr>
        <p:spPr>
          <a:xfrm>
            <a:off x="4015047" y="5440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6080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 passed:  </a:t>
            </a:r>
            <a:pPr indent="0" marL="0">
              <a:buNone/>
            </a:pPr>
            <a:r>
              <a:rPr lang="en-US" sz="130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outrank the raw bands they came from, and sky position is ~0. The model independently recovered a century of astronomy.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that travel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167128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1435608" y="2057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real problem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2697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valuable task is classifying before spectroscopy — which changes which features are legitimate.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17830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19672" y="2167128"/>
            <a:ext cx="365760" cy="36576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068312" y="2057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Interrogate every feature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9672" y="2697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of each column: would I actually have this at prediction time? If not, its accuracy is a fiction.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8404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6968" y="4224528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1435608" y="4114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quality beats model choice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6968" y="47548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colours + honest inputs mattered more than which algorithm we picked.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9632" y="38404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E2A4A"/>
          </a:solidFill>
          <a:ln w="12700">
            <a:solidFill>
              <a:srgbClr val="2A3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9672" y="4224528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8" name="Text 16"/>
          <p:cNvSpPr/>
          <p:nvPr/>
        </p:nvSpPr>
        <p:spPr>
          <a:xfrm>
            <a:off x="7068312" y="4114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honestly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19672" y="47548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stated plainly is worth more than a leaky 97% dressed up as success.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45720" cy="4572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640080"/>
            <a:ext cx="36576" cy="3657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1737360"/>
            <a:ext cx="27432" cy="27432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914400"/>
            <a:ext cx="45720" cy="4572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2103120"/>
            <a:ext cx="36576" cy="3657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0" y="548640"/>
            <a:ext cx="27432" cy="27432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3566160"/>
            <a:ext cx="36576" cy="3657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0" y="4206240"/>
            <a:ext cx="45720" cy="4572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5120640"/>
            <a:ext cx="36576" cy="3657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1" name="Shape 9"/>
          <p:cNvSpPr/>
          <p:nvPr/>
        </p:nvSpPr>
        <p:spPr>
          <a:xfrm>
            <a:off x="10424160" y="5852160"/>
            <a:ext cx="27432" cy="27432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0" y="457200"/>
            <a:ext cx="27432" cy="27432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126480"/>
            <a:ext cx="36576" cy="3657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4" name="Shape 12"/>
          <p:cNvSpPr/>
          <p:nvPr/>
        </p:nvSpPr>
        <p:spPr>
          <a:xfrm>
            <a:off x="5852160" y="3108960"/>
            <a:ext cx="1097280" cy="10972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0" y="2468880"/>
            <a:ext cx="457200" cy="45720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3931920"/>
            <a:ext cx="256032" cy="256032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4688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light to a labelled sky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→ Descriptive → Feature Engineering → Predictive → Evaluation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11480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is the small part. The discipline — honest features, honest reporting — is the whole game.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2026-07-13T19:07:49Z</dcterms:created>
  <dcterms:modified xsi:type="dcterms:W3CDTF">2026-07-13T19:07:49Z</dcterms:modified>
</cp:coreProperties>
</file>